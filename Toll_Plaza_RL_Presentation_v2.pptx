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REINFORCEMENT LEARNING  Â·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12801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Toll Plaza using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38BDF8"/>
                </a:solidFill>
                <a:latin typeface="Calibri"/>
              </a:rPr>
              <a:t>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Smart lane dispatch with tabular Q-learning â€” observe, learn, train, exploit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3611880"/>
            <a:ext cx="5943600" cy="1783080"/>
          </a:xfrm>
          <a:prstGeom prst="roundRect">
            <a:avLst>
              <a:gd name="adj" fmla="val 8000"/>
            </a:avLst>
          </a:prstGeom>
          <a:solidFill>
            <a:srgbClr val="101D36"/>
          </a:solidFill>
          <a:ln w="1778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3822191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Lingesh Kumar M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38BDF8"/>
                </a:solidFill>
                <a:latin typeface="Calibri"/>
              </a:rPr>
              <a:t>Reg No: 2511022250064   Â·   Section: MCA 'B'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Subject: Reinforcement Learning</a:t>
            </a:r>
          </a:p>
        </p:txBody>
      </p:sp>
      <p:pic>
        <p:nvPicPr>
          <p:cNvPr id="11" name="Picture 10" descr="sim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5715000"/>
            <a:ext cx="9345168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Toll Plaza using Reinforcement Learning  Â·  Lingesh Kumar M  Â·  2511022250064  Â·  MCA 'B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Problem: Toll Plaza Congestion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3327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Waiting at booths wastes time â€” the agent must learn where to send each vehicle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Peak-hour queues pile up at toll booths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Fixed rules and manual dispatch ignore live queue lengths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Random dispatch causes long, unfair average waits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ETC lanes serve ~35% faster but are often empty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GOAL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Learn a dispatch policy that minimizes total queueing time,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using reinforcement learning â€” then exploit it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754880" cy="2148840"/>
          </a:xfrm>
          <a:prstGeom prst="roundRect">
            <a:avLst>
              <a:gd name="adj" fmla="val 8000"/>
            </a:avLst>
          </a:prstGeom>
          <a:solidFill>
            <a:srgbClr val="101D36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011680"/>
            <a:ext cx="4206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A78BFA"/>
                </a:solidFill>
                <a:latin typeface="Calibri"/>
              </a:rPr>
              <a:t>Why Reinforcement Learning?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The plaza is a sequential decision problem: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state → action → reward → next state.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The agent learns from its own experience which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lane minimises waiting â€” no hand-coded rules.</a:t>
            </a:r>
          </a:p>
        </p:txBody>
      </p:sp>
      <p:pic>
        <p:nvPicPr>
          <p:cNvPr id="10" name="Picture 9" descr="sim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4297680"/>
            <a:ext cx="4754880" cy="1572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58704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Live interactive simulation built for this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Toll Plaza using Reinforcement Learning  Â·  Lingesh Kumar M  Â·  2511022250064  Â·  MCA 'B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Environment Design: The Toll Plaza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3327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Everything the agent perceives and everything it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577840" cy="3977639"/>
          </a:xfrm>
          <a:prstGeom prst="roundRect">
            <a:avLst>
              <a:gd name="adj" fmla="val 8000"/>
            </a:avLst>
          </a:prstGeom>
          <a:solidFill>
            <a:srgbClr val="101D36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Lanes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5740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4 lanes â€” lane 1 is ETC (35% faster service)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70048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Vehicles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7004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Car / Motorcycle / Truck / Bus (fees &amp; service times)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82696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State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8269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queue length 0â€“7 per lane → 4096 state indices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95344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Action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95344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dispatch the arriving vehicle to lane 0â€“3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07992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Reward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50799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r = −Σ(queue) every tick — true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2064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Episode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12064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1500 ticks (user-adjustable) · arrival rate 0.05–0.60</a:t>
            </a:r>
          </a:p>
        </p:txBody>
      </p:sp>
      <p:pic>
        <p:nvPicPr>
          <p:cNvPr id="20" name="Picture 19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20240"/>
            <a:ext cx="5120640" cy="249631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675120" y="457200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101D36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73659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Calibri"/>
              </a:rPr>
              <a:t>The RL loop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Observe state → pick lane → vehicle arrives → queue changes → reward → update Q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Calibri"/>
              </a:rPr>
              <a:t>Every value is real: computed live from the running simulation.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Toll Plaza using Reinforcement Learning  Â·  Lingesh Kumar M  Â·  2511022250064  Â·  MCA 'B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Algorithm: Tabular Q-Learning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3327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Off-policy learning with ε-greedy exploration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634472" cy="1005840"/>
          </a:xfrm>
          <a:prstGeom prst="roundRect">
            <a:avLst>
              <a:gd name="adj" fmla="val 8000"/>
            </a:avLst>
          </a:prstGeom>
          <a:solidFill>
            <a:srgbClr val="101D36"/>
          </a:solidFill>
          <a:ln w="1778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8BDF8"/>
                </a:solidFill>
                <a:latin typeface="Consolas"/>
              </a:rPr>
              <a:t>Q(s, a)  ←  Q(s, a)  +  α [ r + γ · maxₒ Q(s′, a′)  −  Q(s, a)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6324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01D36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82112"/>
            <a:ext cx="25420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α = 0.10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learning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306324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01D36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3182112"/>
            <a:ext cx="25420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γ = 0.95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discount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306324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01D36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3182112"/>
            <a:ext cx="25420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ε: 1.0 → 0.01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×0.999 per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1976" y="306324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01D36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1976" y="3182112"/>
            <a:ext cx="25420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ε restart ×0.85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per episode, floor 0.05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6766560" cy="1965960"/>
          </a:xfrm>
          <a:prstGeom prst="roundRect">
            <a:avLst>
              <a:gd name="adj" fmla="val 8000"/>
            </a:avLst>
          </a:prstGeom>
          <a:solidFill>
            <a:srgbClr val="101D36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434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4ADE80"/>
                </a:solidFill>
                <a:latin typeface="Consolas"/>
              </a:rPr>
              <a:t>repeat for each episode:
    s ← encode(queue lengths of 4 lanes)
    repeat until episode ends:
        a ← ε-greedy(s)          # explore vs exploit
        r, s′ ← step(a)            # dispatch + arrival
        Q[s, a] += α (r + γ maxQ[s′] − Q[s, a])
        s ← s′
    after N fixed episodes: ε = 0  →  pure exploitation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160520"/>
            <a:ext cx="35661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472B6"/>
                </a:solidFill>
                <a:latin typeface="Calibri"/>
              </a:rPr>
              <a:t>Why it works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Bootstraps from max Q(s′, a′)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ε-greedy balances explore vs exploit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Every episode restarts ε lower → learns faster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Trained 300 episodes in Python + live in the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Toll Plaza using Reinforcement Learning  Â·  Lingesh Kumar M  Â·  2511022250064  Â·  MCA 'B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Results: Real Measured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3327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Best episode vs random dispatch baseline â€” live browser measurements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l_vs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5486400" cy="2743200"/>
          </a:xfrm>
          <a:prstGeom prst="rect">
            <a:avLst/>
          </a:prstGeom>
        </p:spPr>
      </p:pic>
      <p:pic>
        <p:nvPicPr>
          <p:cNvPr id="8" name="Picture 7" descr="lear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74519"/>
            <a:ext cx="5166360" cy="25877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4892040"/>
            <a:ext cx="1063447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6344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Best episode average wait 10.5 s vs 19.1 s random  (−45%)   •  Learning curve converges within ~60 episodes   •  Improvement is visible after every episode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•  Python training: 300 episodes, 4096×4 Q-table   •  Browser live training matches the Python environment exactly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Toll Plaza using Reinforcement Learning  Â·  Lingesh Kumar M  Â·  2511022250064  Â·  MCA 'B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Live Simulation: See the Agent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3327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 fully interactive browser demo â€” every number is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im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6949440" cy="3721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71500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The working simulation â€” Q-learning dispatches vehicles live in the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38BDF8"/>
                </a:solidFill>
                <a:latin typeface="Calibri"/>
              </a:rPr>
              <a:t>Live Q-learning agent panel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State → Action → Reward → Q-update flow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38BDF8"/>
                </a:solidFill>
                <a:latin typeface="Calibri"/>
              </a:rPr>
              <a:t>Q-table viewer with heat map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“Why this action?” explainer (rule-based)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38BDF8"/>
                </a:solidFill>
                <a:latin typeface="Calibri"/>
              </a:rPr>
              <a:t>RL vs Random comparison, live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User controls: arrival rate, speed, episode length, fixed episodes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Auto-switch to exploitation (ε = 0) after N episodes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Distinct car / motorcycle / truck / bus visuals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Toll Plaza using Reinforcement Learning  Â·  Lingesh Kumar M  Â·  2511022250064  Â·  MCA 'B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3248" y="301752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Toll Plaza using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Lingesh Kumar M   Â·   Reg No: 2511022250064   Â·   Section: MCA 'B'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Subject: Reinforcement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Questions 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Toll Plaza using Reinforcement Learning  Â·  Lingesh Kumar M  Â·  2511022250064  Â·  MCA 'B      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